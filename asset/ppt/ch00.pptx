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698"/>
    <p:restoredTop sz="94617"/>
  </p:normalViewPr>
  <p:slideViewPr>
    <p:cSldViewPr snapToGrid="0">
      <p:cViewPr varScale="1">
        <p:scale>
          <a:sx n="81" d="100"/>
          <a:sy n="81" d="100"/>
        </p:scale>
        <p:origin x="208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71786FA-A89B-714E-8BD4-2FC55F94B4C1}" type="doc">
      <dgm:prSet loTypeId="urn:microsoft.com/office/officeart/2005/8/layout/matrix1" loCatId="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zh-TW" altLang="en-US"/>
        </a:p>
      </dgm:t>
    </dgm:pt>
    <dgm:pt modelId="{761AB541-811D-694B-9C7F-681F8F0B9D53}">
      <dgm:prSet phldrT="[文字]" custT="1"/>
      <dgm:spPr/>
      <dgm:t>
        <a:bodyPr/>
        <a:lstStyle/>
        <a:p>
          <a:r>
            <a:rPr lang="en-US" altLang="zh-TW" sz="2400" b="1" dirty="0">
              <a:latin typeface="Arial" panose="020B0604020202020204" pitchFamily="34" charset="0"/>
              <a:cs typeface="Arial" panose="020B0604020202020204" pitchFamily="34" charset="0"/>
            </a:rPr>
            <a:t>Computer</a:t>
          </a:r>
          <a:endParaRPr lang="zh-TW" altLang="en-US" sz="24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5B4EFD9-F2E9-7B46-A68F-4541C1B66323}" type="parTrans" cxnId="{6836CC69-6CE0-C048-8C3D-589B25191B56}">
      <dgm:prSet/>
      <dgm:spPr/>
      <dgm:t>
        <a:bodyPr/>
        <a:lstStyle/>
        <a:p>
          <a:endParaRPr lang="zh-TW" altLang="en-US"/>
        </a:p>
      </dgm:t>
    </dgm:pt>
    <dgm:pt modelId="{73E1D7CB-99D9-4844-B831-401284634ADC}" type="sibTrans" cxnId="{6836CC69-6CE0-C048-8C3D-589B25191B56}">
      <dgm:prSet/>
      <dgm:spPr/>
      <dgm:t>
        <a:bodyPr/>
        <a:lstStyle/>
        <a:p>
          <a:endParaRPr lang="zh-TW" altLang="en-US"/>
        </a:p>
      </dgm:t>
    </dgm:pt>
    <dgm:pt modelId="{38F8FEF6-FE7F-424A-8B50-A82A533C9E07}">
      <dgm:prSet phldrT="[文字]"/>
      <dgm:spPr/>
      <dgm:t>
        <a:bodyPr/>
        <a:lstStyle/>
        <a:p>
          <a:pPr>
            <a:lnSpc>
              <a:spcPct val="100000"/>
            </a:lnSpc>
          </a:pPr>
          <a:r>
            <a:rPr lang="en-US" altLang="zh-TW" b="1" dirty="0">
              <a:latin typeface="Arial" panose="020B0604020202020204" pitchFamily="34" charset="0"/>
              <a:ea typeface="微軟正黑體" pitchFamily="34" charset="-120"/>
              <a:cs typeface="Arial" panose="020B0604020202020204" pitchFamily="34" charset="0"/>
            </a:rPr>
            <a:t>First Generation</a:t>
          </a:r>
          <a:endParaRPr lang="zh-TW" altLang="en-US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33346BC-8860-5A46-AD73-2EFA7F10979D}" type="parTrans" cxnId="{9C29A76C-CDEA-5546-8954-C366C6859DF4}">
      <dgm:prSet/>
      <dgm:spPr/>
      <dgm:t>
        <a:bodyPr/>
        <a:lstStyle/>
        <a:p>
          <a:endParaRPr lang="zh-TW" altLang="en-US"/>
        </a:p>
      </dgm:t>
    </dgm:pt>
    <dgm:pt modelId="{9A741493-2BDF-E548-A879-94E6CCC1698B}" type="sibTrans" cxnId="{9C29A76C-CDEA-5546-8954-C366C6859DF4}">
      <dgm:prSet/>
      <dgm:spPr/>
      <dgm:t>
        <a:bodyPr/>
        <a:lstStyle/>
        <a:p>
          <a:endParaRPr lang="zh-TW" altLang="en-US"/>
        </a:p>
      </dgm:t>
    </dgm:pt>
    <dgm:pt modelId="{41C57183-6A7C-BC47-94D7-325BB2DBA664}">
      <dgm:prSet phldrT="[文字]"/>
      <dgm:spPr/>
      <dgm:t>
        <a:bodyPr/>
        <a:lstStyle/>
        <a:p>
          <a:pPr>
            <a:lnSpc>
              <a:spcPct val="100000"/>
            </a:lnSpc>
          </a:pPr>
          <a:r>
            <a:rPr lang="en-US" altLang="zh-TW" b="1" dirty="0">
              <a:latin typeface="Arial" panose="020B0604020202020204" pitchFamily="34" charset="0"/>
              <a:cs typeface="Arial" panose="020B0604020202020204" pitchFamily="34" charset="0"/>
            </a:rPr>
            <a:t>Second Generation</a:t>
          </a:r>
          <a:endParaRPr lang="zh-TW" altLang="en-US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B4A1D15-5BE9-2347-B938-700BF5C7101D}" type="parTrans" cxnId="{56BDC876-73F9-314C-8BC6-9F14B262F880}">
      <dgm:prSet/>
      <dgm:spPr/>
      <dgm:t>
        <a:bodyPr/>
        <a:lstStyle/>
        <a:p>
          <a:endParaRPr lang="zh-TW" altLang="en-US"/>
        </a:p>
      </dgm:t>
    </dgm:pt>
    <dgm:pt modelId="{40F03BC5-91CC-C143-A2BD-52D687682B46}" type="sibTrans" cxnId="{56BDC876-73F9-314C-8BC6-9F14B262F880}">
      <dgm:prSet/>
      <dgm:spPr/>
      <dgm:t>
        <a:bodyPr/>
        <a:lstStyle/>
        <a:p>
          <a:endParaRPr lang="zh-TW" altLang="en-US"/>
        </a:p>
      </dgm:t>
    </dgm:pt>
    <dgm:pt modelId="{DA6888EC-0D45-3546-B088-BC4038B982E7}">
      <dgm:prSet phldrT="[文字]"/>
      <dgm:spPr/>
      <dgm:t>
        <a:bodyPr/>
        <a:lstStyle/>
        <a:p>
          <a:pPr>
            <a:lnSpc>
              <a:spcPct val="100000"/>
            </a:lnSpc>
          </a:pPr>
          <a:r>
            <a:rPr lang="en-US" altLang="zh-TW" b="1" dirty="0">
              <a:latin typeface="Arial" panose="020B0604020202020204" pitchFamily="34" charset="0"/>
              <a:cs typeface="Arial" panose="020B0604020202020204" pitchFamily="34" charset="0"/>
            </a:rPr>
            <a:t>Third Generation</a:t>
          </a:r>
          <a:endParaRPr lang="zh-TW" altLang="en-US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B9A07E6-2AD4-DB4F-AC69-980784B3892E}" type="parTrans" cxnId="{D4CC4B7A-7D12-FE4D-9634-EACE0416FCDD}">
      <dgm:prSet/>
      <dgm:spPr/>
      <dgm:t>
        <a:bodyPr/>
        <a:lstStyle/>
        <a:p>
          <a:endParaRPr lang="zh-TW" altLang="en-US"/>
        </a:p>
      </dgm:t>
    </dgm:pt>
    <dgm:pt modelId="{CF7DB3C8-2CA3-1E4D-B434-58ED5B37AE00}" type="sibTrans" cxnId="{D4CC4B7A-7D12-FE4D-9634-EACE0416FCDD}">
      <dgm:prSet/>
      <dgm:spPr/>
      <dgm:t>
        <a:bodyPr/>
        <a:lstStyle/>
        <a:p>
          <a:endParaRPr lang="zh-TW" altLang="en-US"/>
        </a:p>
      </dgm:t>
    </dgm:pt>
    <dgm:pt modelId="{398A3026-8739-5B41-AEF9-18429837B63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altLang="zh-TW" dirty="0">
              <a:latin typeface="Arial" panose="020B0604020202020204" pitchFamily="34" charset="0"/>
              <a:ea typeface="微軟正黑體" pitchFamily="34" charset="-120"/>
              <a:cs typeface="Arial" panose="020B0604020202020204" pitchFamily="34" charset="0"/>
            </a:rPr>
            <a:t>1946~1959</a:t>
          </a:r>
        </a:p>
      </dgm:t>
    </dgm:pt>
    <dgm:pt modelId="{40BF1201-AF76-5044-8238-05037C1D670F}" type="parTrans" cxnId="{3509D1DB-CAD0-1C42-8A93-6B23B29EDDB5}">
      <dgm:prSet/>
      <dgm:spPr/>
      <dgm:t>
        <a:bodyPr/>
        <a:lstStyle/>
        <a:p>
          <a:endParaRPr lang="zh-TW" altLang="en-US"/>
        </a:p>
      </dgm:t>
    </dgm:pt>
    <dgm:pt modelId="{A617BEF7-9E29-7D42-9EBF-7CC07736E32F}" type="sibTrans" cxnId="{3509D1DB-CAD0-1C42-8A93-6B23B29EDDB5}">
      <dgm:prSet/>
      <dgm:spPr/>
      <dgm:t>
        <a:bodyPr/>
        <a:lstStyle/>
        <a:p>
          <a:endParaRPr lang="zh-TW" altLang="en-US"/>
        </a:p>
      </dgm:t>
    </dgm:pt>
    <dgm:pt modelId="{DB567D85-4E21-F14A-8CA6-262C4CB2A34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altLang="zh-TW" dirty="0">
              <a:latin typeface="Arial" panose="020B0604020202020204" pitchFamily="34" charset="0"/>
              <a:ea typeface="微軟正黑體" pitchFamily="34" charset="-120"/>
              <a:cs typeface="Arial" panose="020B0604020202020204" pitchFamily="34" charset="0"/>
            </a:rPr>
            <a:t>Vacuum tube </a:t>
          </a:r>
          <a:r>
            <a:rPr lang="zh-TW" altLang="en-US" dirty="0">
              <a:latin typeface="Arial" panose="020B0604020202020204" pitchFamily="34" charset="0"/>
              <a:ea typeface="微軟正黑體" pitchFamily="34" charset="-120"/>
              <a:cs typeface="Arial" panose="020B0604020202020204" pitchFamily="34" charset="0"/>
            </a:rPr>
            <a:t>真空管</a:t>
          </a:r>
          <a:endParaRPr lang="en-US" altLang="zh-TW" dirty="0">
            <a:latin typeface="Arial" panose="020B0604020202020204" pitchFamily="34" charset="0"/>
            <a:ea typeface="微軟正黑體" pitchFamily="34" charset="-120"/>
            <a:cs typeface="Arial" panose="020B0604020202020204" pitchFamily="34" charset="0"/>
          </a:endParaRPr>
        </a:p>
      </dgm:t>
    </dgm:pt>
    <dgm:pt modelId="{61317FF1-80B9-3E4A-B140-73DF8ABDC95C}" type="parTrans" cxnId="{78090BCF-0D98-AA4B-A414-31F9F91E12B3}">
      <dgm:prSet/>
      <dgm:spPr/>
      <dgm:t>
        <a:bodyPr/>
        <a:lstStyle/>
        <a:p>
          <a:endParaRPr lang="zh-TW" altLang="en-US"/>
        </a:p>
      </dgm:t>
    </dgm:pt>
    <dgm:pt modelId="{7DBF8499-FB99-C641-A9FC-91F445B761CF}" type="sibTrans" cxnId="{78090BCF-0D98-AA4B-A414-31F9F91E12B3}">
      <dgm:prSet/>
      <dgm:spPr/>
      <dgm:t>
        <a:bodyPr/>
        <a:lstStyle/>
        <a:p>
          <a:endParaRPr lang="zh-TW" altLang="en-US"/>
        </a:p>
      </dgm:t>
    </dgm:pt>
    <dgm:pt modelId="{A5D2D75D-50C9-DC42-812B-68649696921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altLang="zh-TW" dirty="0">
              <a:latin typeface="Arial" panose="020B0604020202020204" pitchFamily="34" charset="0"/>
              <a:ea typeface="微軟正黑體" pitchFamily="34" charset="-120"/>
              <a:cs typeface="Arial" panose="020B0604020202020204" pitchFamily="34" charset="0"/>
            </a:rPr>
            <a:t>ENIAC</a:t>
          </a:r>
          <a:endParaRPr lang="zh-TW" altLang="en-US" dirty="0">
            <a:latin typeface="Arial" panose="020B0604020202020204" pitchFamily="34" charset="0"/>
            <a:ea typeface="微軟正黑體" pitchFamily="34" charset="-120"/>
            <a:cs typeface="Arial" panose="020B0604020202020204" pitchFamily="34" charset="0"/>
          </a:endParaRPr>
        </a:p>
      </dgm:t>
    </dgm:pt>
    <dgm:pt modelId="{3682C4A8-91BD-F943-B160-6A770776DAAB}" type="parTrans" cxnId="{F9EF338D-200A-0244-8EB2-1DE1FE14BF01}">
      <dgm:prSet/>
      <dgm:spPr/>
      <dgm:t>
        <a:bodyPr/>
        <a:lstStyle/>
        <a:p>
          <a:endParaRPr lang="zh-TW" altLang="en-US"/>
        </a:p>
      </dgm:t>
    </dgm:pt>
    <dgm:pt modelId="{711869E5-D596-2C4F-A034-B7066C0EA3DF}" type="sibTrans" cxnId="{F9EF338D-200A-0244-8EB2-1DE1FE14BF01}">
      <dgm:prSet/>
      <dgm:spPr/>
      <dgm:t>
        <a:bodyPr/>
        <a:lstStyle/>
        <a:p>
          <a:endParaRPr lang="zh-TW" altLang="en-US"/>
        </a:p>
      </dgm:t>
    </dgm:pt>
    <dgm:pt modelId="{D993889A-A851-3E4B-81DD-DA385A211E7E}">
      <dgm:prSet phldrT="[文字]"/>
      <dgm:spPr/>
      <dgm:t>
        <a:bodyPr/>
        <a:lstStyle/>
        <a:p>
          <a:pPr>
            <a:lnSpc>
              <a:spcPct val="100000"/>
            </a:lnSpc>
          </a:pPr>
          <a:r>
            <a:rPr lang="en-US" altLang="zh-TW" dirty="0">
              <a:latin typeface="Arial" panose="020B0604020202020204" pitchFamily="34" charset="0"/>
              <a:ea typeface="微軟正黑體" pitchFamily="34" charset="-120"/>
              <a:cs typeface="Arial" panose="020B0604020202020204" pitchFamily="34" charset="0"/>
            </a:rPr>
            <a:t>Transistor </a:t>
          </a:r>
          <a:r>
            <a:rPr lang="zh-TW" altLang="en-US" dirty="0">
              <a:latin typeface="Arial" panose="020B0604020202020204" pitchFamily="34" charset="0"/>
              <a:ea typeface="微軟正黑體" pitchFamily="34" charset="-120"/>
              <a:cs typeface="Arial" panose="020B0604020202020204" pitchFamily="34" charset="0"/>
            </a:rPr>
            <a:t>電晶體</a:t>
          </a:r>
          <a:r>
            <a:rPr lang="en-US" altLang="zh-TW" dirty="0">
              <a:latin typeface="Arial" panose="020B0604020202020204" pitchFamily="34" charset="0"/>
              <a:ea typeface="微軟正黑體" pitchFamily="34" charset="-120"/>
              <a:cs typeface="Arial" panose="020B0604020202020204" pitchFamily="34" charset="0"/>
            </a:rPr>
            <a:t>
Honeywell 400</a:t>
          </a:r>
          <a:endParaRPr lang="zh-TW" altLang="en-US" dirty="0"/>
        </a:p>
      </dgm:t>
    </dgm:pt>
    <dgm:pt modelId="{36942670-4627-DB47-8EA0-A891899BE57A}" type="parTrans" cxnId="{36B95C7B-BF76-1C48-AC79-827B876FA518}">
      <dgm:prSet/>
      <dgm:spPr/>
      <dgm:t>
        <a:bodyPr/>
        <a:lstStyle/>
        <a:p>
          <a:endParaRPr lang="zh-TW" altLang="en-US"/>
        </a:p>
      </dgm:t>
    </dgm:pt>
    <dgm:pt modelId="{BF8CC95F-1EB6-5047-AAEC-5D8A3CF47D0A}" type="sibTrans" cxnId="{36B95C7B-BF76-1C48-AC79-827B876FA518}">
      <dgm:prSet/>
      <dgm:spPr/>
      <dgm:t>
        <a:bodyPr/>
        <a:lstStyle/>
        <a:p>
          <a:endParaRPr lang="zh-TW" altLang="en-US"/>
        </a:p>
      </dgm:t>
    </dgm:pt>
    <dgm:pt modelId="{ED2D4272-5F33-1C41-BB3B-5554D1EF2D48}">
      <dgm:prSet phldrT="[文字]"/>
      <dgm:spPr/>
      <dgm:t>
        <a:bodyPr/>
        <a:lstStyle/>
        <a:p>
          <a:pPr>
            <a:lnSpc>
              <a:spcPct val="100000"/>
            </a:lnSpc>
          </a:pPr>
          <a:r>
            <a:rPr lang="en-US" altLang="zh-TW" dirty="0">
              <a:latin typeface="Arial" panose="020B0604020202020204" pitchFamily="34" charset="0"/>
              <a:ea typeface="微軟正黑體" pitchFamily="34" charset="-120"/>
              <a:cs typeface="Arial" panose="020B0604020202020204" pitchFamily="34" charset="0"/>
            </a:rPr>
            <a:t>1959~1964</a:t>
          </a:r>
          <a:endParaRPr lang="zh-TW" altLang="en-US" dirty="0"/>
        </a:p>
      </dgm:t>
    </dgm:pt>
    <dgm:pt modelId="{1D94607C-0408-0042-A48C-76BBD117DEFD}" type="parTrans" cxnId="{BB8E97BE-0434-3547-9089-21A257360126}">
      <dgm:prSet/>
      <dgm:spPr/>
      <dgm:t>
        <a:bodyPr/>
        <a:lstStyle/>
        <a:p>
          <a:endParaRPr lang="zh-TW" altLang="en-US"/>
        </a:p>
      </dgm:t>
    </dgm:pt>
    <dgm:pt modelId="{26672E6B-33E5-384D-B57C-EE4905FE30EC}" type="sibTrans" cxnId="{BB8E97BE-0434-3547-9089-21A257360126}">
      <dgm:prSet/>
      <dgm:spPr/>
      <dgm:t>
        <a:bodyPr/>
        <a:lstStyle/>
        <a:p>
          <a:endParaRPr lang="zh-TW" altLang="en-US"/>
        </a:p>
      </dgm:t>
    </dgm:pt>
    <dgm:pt modelId="{6A08AA64-F269-7546-8CFA-E061E20A5223}">
      <dgm:prSet phldrT="[文字]"/>
      <dgm:spPr/>
      <dgm:t>
        <a:bodyPr/>
        <a:lstStyle/>
        <a:p>
          <a:pPr>
            <a:lnSpc>
              <a:spcPct val="100000"/>
            </a:lnSpc>
          </a:pPr>
          <a:r>
            <a:rPr lang="en-US" altLang="zh-TW" b="0" dirty="0">
              <a:latin typeface="Arial" panose="020B0604020202020204" pitchFamily="34" charset="0"/>
              <a:ea typeface="微軟正黑體" pitchFamily="34" charset="-120"/>
              <a:cs typeface="Arial" panose="020B0604020202020204" pitchFamily="34" charset="0"/>
            </a:rPr>
            <a:t>1964~1970
Integrated circuits  </a:t>
          </a:r>
          <a:r>
            <a:rPr lang="zh-TW" altLang="zh-TW" b="0" dirty="0">
              <a:latin typeface="Arial" panose="020B0604020202020204" pitchFamily="34" charset="0"/>
              <a:ea typeface="微軟正黑體" pitchFamily="34" charset="-120"/>
              <a:cs typeface="Arial" panose="020B0604020202020204" pitchFamily="34" charset="0"/>
            </a:rPr>
            <a:t>積體電路</a:t>
          </a:r>
          <a:r>
            <a:rPr lang="en-US" altLang="zh-TW" b="0" dirty="0">
              <a:latin typeface="Arial" panose="020B0604020202020204" pitchFamily="34" charset="0"/>
              <a:ea typeface="微軟正黑體" pitchFamily="34" charset="-120"/>
              <a:cs typeface="Arial" panose="020B0604020202020204" pitchFamily="34" charset="0"/>
            </a:rPr>
            <a:t>
IBM 360</a:t>
          </a:r>
          <a:endParaRPr lang="zh-TW" altLang="en-US" b="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ECA231A-14E0-D94A-890D-41B073F5E10A}" type="parTrans" cxnId="{609A13E4-1F74-764D-AC2C-9612E22CB5F1}">
      <dgm:prSet/>
      <dgm:spPr/>
      <dgm:t>
        <a:bodyPr/>
        <a:lstStyle/>
        <a:p>
          <a:endParaRPr lang="zh-TW" altLang="en-US"/>
        </a:p>
      </dgm:t>
    </dgm:pt>
    <dgm:pt modelId="{52A8C0CF-F8FC-6349-9AAF-606DC87F7104}" type="sibTrans" cxnId="{609A13E4-1F74-764D-AC2C-9612E22CB5F1}">
      <dgm:prSet/>
      <dgm:spPr/>
      <dgm:t>
        <a:bodyPr/>
        <a:lstStyle/>
        <a:p>
          <a:endParaRPr lang="zh-TW" altLang="en-US"/>
        </a:p>
      </dgm:t>
    </dgm:pt>
    <dgm:pt modelId="{66312E0F-6464-FA44-B132-436B30AE9BAF}">
      <dgm:prSet phldrT="[文字]"/>
      <dgm:spPr/>
      <dgm:t>
        <a:bodyPr/>
        <a:lstStyle/>
        <a:p>
          <a:pPr>
            <a:lnSpc>
              <a:spcPct val="100000"/>
            </a:lnSpc>
          </a:pPr>
          <a:r>
            <a:rPr lang="en-US" altLang="zh-TW" b="1" dirty="0">
              <a:latin typeface="Arial" panose="020B0604020202020204" pitchFamily="34" charset="0"/>
              <a:cs typeface="Arial" panose="020B0604020202020204" pitchFamily="34" charset="0"/>
            </a:rPr>
            <a:t>Fourth Generation</a:t>
          </a:r>
          <a:endParaRPr lang="zh-TW" altLang="en-US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CE4F5E4-AAA0-FB4B-85BB-16CED56A079A}" type="parTrans" cxnId="{16963AE9-F2B4-784F-BEC7-8FB5229D379D}">
      <dgm:prSet/>
      <dgm:spPr/>
      <dgm:t>
        <a:bodyPr/>
        <a:lstStyle/>
        <a:p>
          <a:endParaRPr lang="zh-TW" altLang="en-US"/>
        </a:p>
      </dgm:t>
    </dgm:pt>
    <dgm:pt modelId="{C845897E-7F08-2046-8E47-C4F217BF4D4A}" type="sibTrans" cxnId="{16963AE9-F2B4-784F-BEC7-8FB5229D379D}">
      <dgm:prSet/>
      <dgm:spPr/>
      <dgm:t>
        <a:bodyPr/>
        <a:lstStyle/>
        <a:p>
          <a:endParaRPr lang="zh-TW" altLang="en-US"/>
        </a:p>
      </dgm:t>
    </dgm:pt>
    <dgm:pt modelId="{13B89420-C67A-CE42-9C90-D60EF9FA6F93}">
      <dgm:prSet phldrT="[文字]"/>
      <dgm:spPr/>
      <dgm:t>
        <a:bodyPr/>
        <a:lstStyle/>
        <a:p>
          <a:endParaRPr lang="zh-TW" altLang="en-US" b="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90B98F8-E631-7D4B-843C-37F9A43D13C2}" type="parTrans" cxnId="{63EC53F1-1235-1A4C-992C-8A65091BAA48}">
      <dgm:prSet/>
      <dgm:spPr/>
      <dgm:t>
        <a:bodyPr/>
        <a:lstStyle/>
        <a:p>
          <a:endParaRPr lang="zh-TW" altLang="en-US"/>
        </a:p>
      </dgm:t>
    </dgm:pt>
    <dgm:pt modelId="{DD24FB60-C5FA-BC4C-BE02-083178443A4F}" type="sibTrans" cxnId="{63EC53F1-1235-1A4C-992C-8A65091BAA48}">
      <dgm:prSet/>
      <dgm:spPr/>
      <dgm:t>
        <a:bodyPr/>
        <a:lstStyle/>
        <a:p>
          <a:endParaRPr lang="zh-TW" altLang="en-US"/>
        </a:p>
      </dgm:t>
    </dgm:pt>
    <dgm:pt modelId="{4FA3DFC9-10F6-7B4D-A327-FDBDE1268ECF}">
      <dgm:prSet phldrT="[文字]"/>
      <dgm:spPr/>
      <dgm:t>
        <a:bodyPr/>
        <a:lstStyle/>
        <a:p>
          <a:pPr>
            <a:lnSpc>
              <a:spcPct val="100000"/>
            </a:lnSpc>
          </a:pPr>
          <a:r>
            <a:rPr lang="en-US" altLang="zh-TW" b="0" dirty="0">
              <a:latin typeface="Arial" panose="020B0604020202020204" pitchFamily="34" charset="0"/>
              <a:cs typeface="Arial" panose="020B0604020202020204" pitchFamily="34" charset="0"/>
            </a:rPr>
            <a:t>1971~Present
VLSI </a:t>
          </a:r>
          <a:r>
            <a:rPr lang="zh-TW" altLang="en-US" b="0" dirty="0">
              <a:latin typeface="Arial" panose="020B0604020202020204" pitchFamily="34" charset="0"/>
              <a:cs typeface="Arial" panose="020B0604020202020204" pitchFamily="34" charset="0"/>
            </a:rPr>
            <a:t>超大型積體電路</a:t>
          </a:r>
        </a:p>
      </dgm:t>
    </dgm:pt>
    <dgm:pt modelId="{9B8BABEC-ADA0-824A-908D-656413AE2E43}" type="parTrans" cxnId="{C172B4CC-3E65-234A-89E5-7699470A274F}">
      <dgm:prSet/>
      <dgm:spPr/>
      <dgm:t>
        <a:bodyPr/>
        <a:lstStyle/>
        <a:p>
          <a:endParaRPr lang="zh-TW" altLang="en-US"/>
        </a:p>
      </dgm:t>
    </dgm:pt>
    <dgm:pt modelId="{8194C933-0463-B844-875A-387FA54DE506}" type="sibTrans" cxnId="{C172B4CC-3E65-234A-89E5-7699470A274F}">
      <dgm:prSet/>
      <dgm:spPr/>
      <dgm:t>
        <a:bodyPr/>
        <a:lstStyle/>
        <a:p>
          <a:endParaRPr lang="zh-TW" altLang="en-US"/>
        </a:p>
      </dgm:t>
    </dgm:pt>
    <dgm:pt modelId="{64B2D504-43DA-7140-B8C5-633C2C6DFBF5}">
      <dgm:prSet phldrT="[文字]"/>
      <dgm:spPr/>
      <dgm:t>
        <a:bodyPr/>
        <a:lstStyle/>
        <a:p>
          <a:pPr>
            <a:lnSpc>
              <a:spcPct val="100000"/>
            </a:lnSpc>
          </a:pPr>
          <a:r>
            <a:rPr lang="en-US" altLang="zh-TW" b="0" dirty="0">
              <a:latin typeface="Arial" panose="020B0604020202020204" pitchFamily="34" charset="0"/>
              <a:cs typeface="Arial" panose="020B0604020202020204" pitchFamily="34" charset="0"/>
            </a:rPr>
            <a:t>Intel 4004 micro processor</a:t>
          </a:r>
          <a:endParaRPr lang="zh-TW" altLang="en-US" b="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8066F02-155A-4846-851D-02E825555284}" type="parTrans" cxnId="{4DFF8754-C8D1-CF44-9408-FF0CDF2BB241}">
      <dgm:prSet/>
      <dgm:spPr/>
      <dgm:t>
        <a:bodyPr/>
        <a:lstStyle/>
        <a:p>
          <a:endParaRPr lang="zh-TW" altLang="en-US"/>
        </a:p>
      </dgm:t>
    </dgm:pt>
    <dgm:pt modelId="{BA89ACF0-3A7F-F64D-B336-21AD0332512D}" type="sibTrans" cxnId="{4DFF8754-C8D1-CF44-9408-FF0CDF2BB241}">
      <dgm:prSet/>
      <dgm:spPr/>
      <dgm:t>
        <a:bodyPr/>
        <a:lstStyle/>
        <a:p>
          <a:endParaRPr lang="zh-TW" altLang="en-US"/>
        </a:p>
      </dgm:t>
    </dgm:pt>
    <dgm:pt modelId="{F3DD0595-0239-5E42-9BC3-4E803501FA7D}" type="pres">
      <dgm:prSet presAssocID="{371786FA-A89B-714E-8BD4-2FC55F94B4C1}" presName="diagram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11CD07E4-22A8-6C40-BDDC-2DF823EF81D7}" type="pres">
      <dgm:prSet presAssocID="{371786FA-A89B-714E-8BD4-2FC55F94B4C1}" presName="matrix" presStyleCnt="0"/>
      <dgm:spPr/>
    </dgm:pt>
    <dgm:pt modelId="{630D9BE6-7745-D547-8B03-4B15E6BEF1E9}" type="pres">
      <dgm:prSet presAssocID="{371786FA-A89B-714E-8BD4-2FC55F94B4C1}" presName="tile1" presStyleLbl="node1" presStyleIdx="0" presStyleCnt="4"/>
      <dgm:spPr/>
    </dgm:pt>
    <dgm:pt modelId="{D3EAFEAD-C65F-3F4C-A864-3EB03528CC90}" type="pres">
      <dgm:prSet presAssocID="{371786FA-A89B-714E-8BD4-2FC55F94B4C1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6556F13A-728F-6143-B508-1010D8433008}" type="pres">
      <dgm:prSet presAssocID="{371786FA-A89B-714E-8BD4-2FC55F94B4C1}" presName="tile2" presStyleLbl="node1" presStyleIdx="1" presStyleCnt="4"/>
      <dgm:spPr/>
    </dgm:pt>
    <dgm:pt modelId="{423CB7CD-6CE7-1B42-B66B-B77AD4453DE2}" type="pres">
      <dgm:prSet presAssocID="{371786FA-A89B-714E-8BD4-2FC55F94B4C1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0A5659DE-BFA6-E14E-AFB9-BC7E3784F888}" type="pres">
      <dgm:prSet presAssocID="{371786FA-A89B-714E-8BD4-2FC55F94B4C1}" presName="tile3" presStyleLbl="node1" presStyleIdx="2" presStyleCnt="4"/>
      <dgm:spPr/>
    </dgm:pt>
    <dgm:pt modelId="{F1C8F9CA-E862-9540-BDBD-5A73EEFAD799}" type="pres">
      <dgm:prSet presAssocID="{371786FA-A89B-714E-8BD4-2FC55F94B4C1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04203E4D-0A3E-E742-85B6-CAF02F46DC4D}" type="pres">
      <dgm:prSet presAssocID="{371786FA-A89B-714E-8BD4-2FC55F94B4C1}" presName="tile4" presStyleLbl="node1" presStyleIdx="3" presStyleCnt="4"/>
      <dgm:spPr/>
    </dgm:pt>
    <dgm:pt modelId="{7990050E-768A-5342-85C9-B3B67BC76E46}" type="pres">
      <dgm:prSet presAssocID="{371786FA-A89B-714E-8BD4-2FC55F94B4C1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A3973F6B-3777-C94D-BCA8-1D220273EF28}" type="pres">
      <dgm:prSet presAssocID="{371786FA-A89B-714E-8BD4-2FC55F94B4C1}" presName="centerTile" presStyleLbl="fgShp" presStyleIdx="0" presStyleCnt="1">
        <dgm:presLayoutVars>
          <dgm:chMax val="0"/>
          <dgm:chPref val="0"/>
        </dgm:presLayoutVars>
      </dgm:prSet>
      <dgm:spPr/>
    </dgm:pt>
  </dgm:ptLst>
  <dgm:cxnLst>
    <dgm:cxn modelId="{D753E702-D061-9F48-91AF-B35754D8E195}" type="presOf" srcId="{D993889A-A851-3E4B-81DD-DA385A211E7E}" destId="{423CB7CD-6CE7-1B42-B66B-B77AD4453DE2}" srcOrd="1" destOrd="2" presId="urn:microsoft.com/office/officeart/2005/8/layout/matrix1"/>
    <dgm:cxn modelId="{4340DA12-A6F0-7847-ACCF-9594EBAF5D95}" type="presOf" srcId="{38F8FEF6-FE7F-424A-8B50-A82A533C9E07}" destId="{630D9BE6-7745-D547-8B03-4B15E6BEF1E9}" srcOrd="0" destOrd="0" presId="urn:microsoft.com/office/officeart/2005/8/layout/matrix1"/>
    <dgm:cxn modelId="{6F233F14-72CA-834E-8D8A-9D576743EBB5}" type="presOf" srcId="{ED2D4272-5F33-1C41-BB3B-5554D1EF2D48}" destId="{6556F13A-728F-6143-B508-1010D8433008}" srcOrd="0" destOrd="1" presId="urn:microsoft.com/office/officeart/2005/8/layout/matrix1"/>
    <dgm:cxn modelId="{0CAEEA1D-C3F4-E648-9597-17BFCBD64574}" type="presOf" srcId="{761AB541-811D-694B-9C7F-681F8F0B9D53}" destId="{A3973F6B-3777-C94D-BCA8-1D220273EF28}" srcOrd="0" destOrd="0" presId="urn:microsoft.com/office/officeart/2005/8/layout/matrix1"/>
    <dgm:cxn modelId="{DEE66223-F84F-6340-A550-CCB182C9AE8C}" type="presOf" srcId="{41C57183-6A7C-BC47-94D7-325BB2DBA664}" destId="{6556F13A-728F-6143-B508-1010D8433008}" srcOrd="0" destOrd="0" presId="urn:microsoft.com/office/officeart/2005/8/layout/matrix1"/>
    <dgm:cxn modelId="{075DF227-E53E-8344-8EA0-ACBC2D433BE8}" type="presOf" srcId="{A5D2D75D-50C9-DC42-812B-68649696921B}" destId="{D3EAFEAD-C65F-3F4C-A864-3EB03528CC90}" srcOrd="1" destOrd="3" presId="urn:microsoft.com/office/officeart/2005/8/layout/matrix1"/>
    <dgm:cxn modelId="{06CB5A2F-7F80-434B-A60F-68E6A6C61DAA}" type="presOf" srcId="{66312E0F-6464-FA44-B132-436B30AE9BAF}" destId="{7990050E-768A-5342-85C9-B3B67BC76E46}" srcOrd="1" destOrd="0" presId="urn:microsoft.com/office/officeart/2005/8/layout/matrix1"/>
    <dgm:cxn modelId="{2D906638-BB56-A848-9779-16092F4157F9}" type="presOf" srcId="{38F8FEF6-FE7F-424A-8B50-A82A533C9E07}" destId="{D3EAFEAD-C65F-3F4C-A864-3EB03528CC90}" srcOrd="1" destOrd="0" presId="urn:microsoft.com/office/officeart/2005/8/layout/matrix1"/>
    <dgm:cxn modelId="{4B65D139-6C3E-AA47-88A3-B79D901A2BA9}" type="presOf" srcId="{64B2D504-43DA-7140-B8C5-633C2C6DFBF5}" destId="{7990050E-768A-5342-85C9-B3B67BC76E46}" srcOrd="1" destOrd="2" presId="urn:microsoft.com/office/officeart/2005/8/layout/matrix1"/>
    <dgm:cxn modelId="{04274A40-024B-0845-9F18-815737306F14}" type="presOf" srcId="{64B2D504-43DA-7140-B8C5-633C2C6DFBF5}" destId="{04203E4D-0A3E-E742-85B6-CAF02F46DC4D}" srcOrd="0" destOrd="2" presId="urn:microsoft.com/office/officeart/2005/8/layout/matrix1"/>
    <dgm:cxn modelId="{DEBD0C48-CA01-0E4C-B26F-5E07A30B6C9D}" type="presOf" srcId="{6A08AA64-F269-7546-8CFA-E061E20A5223}" destId="{0A5659DE-BFA6-E14E-AFB9-BC7E3784F888}" srcOrd="0" destOrd="1" presId="urn:microsoft.com/office/officeart/2005/8/layout/matrix1"/>
    <dgm:cxn modelId="{4DFF8754-C8D1-CF44-9408-FF0CDF2BB241}" srcId="{66312E0F-6464-FA44-B132-436B30AE9BAF}" destId="{64B2D504-43DA-7140-B8C5-633C2C6DFBF5}" srcOrd="1" destOrd="0" parTransId="{F8066F02-155A-4846-851D-02E825555284}" sibTransId="{BA89ACF0-3A7F-F64D-B336-21AD0332512D}"/>
    <dgm:cxn modelId="{BE97FE5B-F30E-AE4E-8C49-2B2CA335503C}" type="presOf" srcId="{DA6888EC-0D45-3546-B088-BC4038B982E7}" destId="{F1C8F9CA-E862-9540-BDBD-5A73EEFAD799}" srcOrd="1" destOrd="0" presId="urn:microsoft.com/office/officeart/2005/8/layout/matrix1"/>
    <dgm:cxn modelId="{1F1C3965-BD50-6743-9BA2-4B3185CCDBA3}" type="presOf" srcId="{6A08AA64-F269-7546-8CFA-E061E20A5223}" destId="{F1C8F9CA-E862-9540-BDBD-5A73EEFAD799}" srcOrd="1" destOrd="1" presId="urn:microsoft.com/office/officeart/2005/8/layout/matrix1"/>
    <dgm:cxn modelId="{6836CC69-6CE0-C048-8C3D-589B25191B56}" srcId="{371786FA-A89B-714E-8BD4-2FC55F94B4C1}" destId="{761AB541-811D-694B-9C7F-681F8F0B9D53}" srcOrd="0" destOrd="0" parTransId="{95B4EFD9-F2E9-7B46-A68F-4541C1B66323}" sibTransId="{73E1D7CB-99D9-4844-B831-401284634ADC}"/>
    <dgm:cxn modelId="{485F236C-CC4F-5141-82AB-4E4078D07068}" type="presOf" srcId="{D993889A-A851-3E4B-81DD-DA385A211E7E}" destId="{6556F13A-728F-6143-B508-1010D8433008}" srcOrd="0" destOrd="2" presId="urn:microsoft.com/office/officeart/2005/8/layout/matrix1"/>
    <dgm:cxn modelId="{9C29A76C-CDEA-5546-8954-C366C6859DF4}" srcId="{761AB541-811D-694B-9C7F-681F8F0B9D53}" destId="{38F8FEF6-FE7F-424A-8B50-A82A533C9E07}" srcOrd="0" destOrd="0" parTransId="{E33346BC-8860-5A46-AD73-2EFA7F10979D}" sibTransId="{9A741493-2BDF-E548-A879-94E6CCC1698B}"/>
    <dgm:cxn modelId="{E74A1A74-5DE2-F148-8424-418A954EB131}" type="presOf" srcId="{398A3026-8739-5B41-AEF9-18429837B63F}" destId="{630D9BE6-7745-D547-8B03-4B15E6BEF1E9}" srcOrd="0" destOrd="1" presId="urn:microsoft.com/office/officeart/2005/8/layout/matrix1"/>
    <dgm:cxn modelId="{56BDC876-73F9-314C-8BC6-9F14B262F880}" srcId="{761AB541-811D-694B-9C7F-681F8F0B9D53}" destId="{41C57183-6A7C-BC47-94D7-325BB2DBA664}" srcOrd="1" destOrd="0" parTransId="{9B4A1D15-5BE9-2347-B938-700BF5C7101D}" sibTransId="{40F03BC5-91CC-C143-A2BD-52D687682B46}"/>
    <dgm:cxn modelId="{8D0A187A-8162-F549-864C-F3ABE6806CE9}" type="presOf" srcId="{4FA3DFC9-10F6-7B4D-A327-FDBDE1268ECF}" destId="{04203E4D-0A3E-E742-85B6-CAF02F46DC4D}" srcOrd="0" destOrd="1" presId="urn:microsoft.com/office/officeart/2005/8/layout/matrix1"/>
    <dgm:cxn modelId="{D4CC4B7A-7D12-FE4D-9634-EACE0416FCDD}" srcId="{761AB541-811D-694B-9C7F-681F8F0B9D53}" destId="{DA6888EC-0D45-3546-B088-BC4038B982E7}" srcOrd="2" destOrd="0" parTransId="{EB9A07E6-2AD4-DB4F-AC69-980784B3892E}" sibTransId="{CF7DB3C8-2CA3-1E4D-B434-58ED5B37AE00}"/>
    <dgm:cxn modelId="{36B95C7B-BF76-1C48-AC79-827B876FA518}" srcId="{41C57183-6A7C-BC47-94D7-325BB2DBA664}" destId="{D993889A-A851-3E4B-81DD-DA385A211E7E}" srcOrd="1" destOrd="0" parTransId="{36942670-4627-DB47-8EA0-A891899BE57A}" sibTransId="{BF8CC95F-1EB6-5047-AAEC-5D8A3CF47D0A}"/>
    <dgm:cxn modelId="{AA0B5985-04F6-EF49-824E-C69505500969}" type="presOf" srcId="{DA6888EC-0D45-3546-B088-BC4038B982E7}" destId="{0A5659DE-BFA6-E14E-AFB9-BC7E3784F888}" srcOrd="0" destOrd="0" presId="urn:microsoft.com/office/officeart/2005/8/layout/matrix1"/>
    <dgm:cxn modelId="{8A29AF87-AB98-574B-9B07-142ED1A61FA2}" type="presOf" srcId="{DB567D85-4E21-F14A-8CA6-262C4CB2A345}" destId="{D3EAFEAD-C65F-3F4C-A864-3EB03528CC90}" srcOrd="1" destOrd="2" presId="urn:microsoft.com/office/officeart/2005/8/layout/matrix1"/>
    <dgm:cxn modelId="{F9EF338D-200A-0244-8EB2-1DE1FE14BF01}" srcId="{38F8FEF6-FE7F-424A-8B50-A82A533C9E07}" destId="{A5D2D75D-50C9-DC42-812B-68649696921B}" srcOrd="2" destOrd="0" parTransId="{3682C4A8-91BD-F943-B160-6A770776DAAB}" sibTransId="{711869E5-D596-2C4F-A034-B7066C0EA3DF}"/>
    <dgm:cxn modelId="{00F2789E-5AD5-5242-857C-E6F48A080BDC}" type="presOf" srcId="{ED2D4272-5F33-1C41-BB3B-5554D1EF2D48}" destId="{423CB7CD-6CE7-1B42-B66B-B77AD4453DE2}" srcOrd="1" destOrd="1" presId="urn:microsoft.com/office/officeart/2005/8/layout/matrix1"/>
    <dgm:cxn modelId="{EDC7E29F-1411-D64C-B2EB-1C38707A6AC9}" type="presOf" srcId="{A5D2D75D-50C9-DC42-812B-68649696921B}" destId="{630D9BE6-7745-D547-8B03-4B15E6BEF1E9}" srcOrd="0" destOrd="3" presId="urn:microsoft.com/office/officeart/2005/8/layout/matrix1"/>
    <dgm:cxn modelId="{4FC67AA8-9D74-FE4B-8635-EC3ED65874D9}" type="presOf" srcId="{4FA3DFC9-10F6-7B4D-A327-FDBDE1268ECF}" destId="{7990050E-768A-5342-85C9-B3B67BC76E46}" srcOrd="1" destOrd="1" presId="urn:microsoft.com/office/officeart/2005/8/layout/matrix1"/>
    <dgm:cxn modelId="{7C2D4DAC-079F-2845-9C33-8D4187FA6C13}" type="presOf" srcId="{66312E0F-6464-FA44-B132-436B30AE9BAF}" destId="{04203E4D-0A3E-E742-85B6-CAF02F46DC4D}" srcOrd="0" destOrd="0" presId="urn:microsoft.com/office/officeart/2005/8/layout/matrix1"/>
    <dgm:cxn modelId="{891AE7B5-1FE1-044D-93CA-ADC9305E3F07}" type="presOf" srcId="{371786FA-A89B-714E-8BD4-2FC55F94B4C1}" destId="{F3DD0595-0239-5E42-9BC3-4E803501FA7D}" srcOrd="0" destOrd="0" presId="urn:microsoft.com/office/officeart/2005/8/layout/matrix1"/>
    <dgm:cxn modelId="{BB8E97BE-0434-3547-9089-21A257360126}" srcId="{41C57183-6A7C-BC47-94D7-325BB2DBA664}" destId="{ED2D4272-5F33-1C41-BB3B-5554D1EF2D48}" srcOrd="0" destOrd="0" parTransId="{1D94607C-0408-0042-A48C-76BBD117DEFD}" sibTransId="{26672E6B-33E5-384D-B57C-EE4905FE30EC}"/>
    <dgm:cxn modelId="{C172B4CC-3E65-234A-89E5-7699470A274F}" srcId="{66312E0F-6464-FA44-B132-436B30AE9BAF}" destId="{4FA3DFC9-10F6-7B4D-A327-FDBDE1268ECF}" srcOrd="0" destOrd="0" parTransId="{9B8BABEC-ADA0-824A-908D-656413AE2E43}" sibTransId="{8194C933-0463-B844-875A-387FA54DE506}"/>
    <dgm:cxn modelId="{78090BCF-0D98-AA4B-A414-31F9F91E12B3}" srcId="{38F8FEF6-FE7F-424A-8B50-A82A533C9E07}" destId="{DB567D85-4E21-F14A-8CA6-262C4CB2A345}" srcOrd="1" destOrd="0" parTransId="{61317FF1-80B9-3E4A-B140-73DF8ABDC95C}" sibTransId="{7DBF8499-FB99-C641-A9FC-91F445B761CF}"/>
    <dgm:cxn modelId="{3509D1DB-CAD0-1C42-8A93-6B23B29EDDB5}" srcId="{38F8FEF6-FE7F-424A-8B50-A82A533C9E07}" destId="{398A3026-8739-5B41-AEF9-18429837B63F}" srcOrd="0" destOrd="0" parTransId="{40BF1201-AF76-5044-8238-05037C1D670F}" sibTransId="{A617BEF7-9E29-7D42-9EBF-7CC07736E32F}"/>
    <dgm:cxn modelId="{609A13E4-1F74-764D-AC2C-9612E22CB5F1}" srcId="{DA6888EC-0D45-3546-B088-BC4038B982E7}" destId="{6A08AA64-F269-7546-8CFA-E061E20A5223}" srcOrd="0" destOrd="0" parTransId="{7ECA231A-14E0-D94A-890D-41B073F5E10A}" sibTransId="{52A8C0CF-F8FC-6349-9AAF-606DC87F7104}"/>
    <dgm:cxn modelId="{99E0C5E4-1F53-B843-A4D6-072F469DA810}" type="presOf" srcId="{398A3026-8739-5B41-AEF9-18429837B63F}" destId="{D3EAFEAD-C65F-3F4C-A864-3EB03528CC90}" srcOrd="1" destOrd="1" presId="urn:microsoft.com/office/officeart/2005/8/layout/matrix1"/>
    <dgm:cxn modelId="{16963AE9-F2B4-784F-BEC7-8FB5229D379D}" srcId="{761AB541-811D-694B-9C7F-681F8F0B9D53}" destId="{66312E0F-6464-FA44-B132-436B30AE9BAF}" srcOrd="3" destOrd="0" parTransId="{9CE4F5E4-AAA0-FB4B-85BB-16CED56A079A}" sibTransId="{C845897E-7F08-2046-8E47-C4F217BF4D4A}"/>
    <dgm:cxn modelId="{943EFCEA-950B-D249-A464-A65B69FE10CF}" type="presOf" srcId="{41C57183-6A7C-BC47-94D7-325BB2DBA664}" destId="{423CB7CD-6CE7-1B42-B66B-B77AD4453DE2}" srcOrd="1" destOrd="0" presId="urn:microsoft.com/office/officeart/2005/8/layout/matrix1"/>
    <dgm:cxn modelId="{63EC53F1-1235-1A4C-992C-8A65091BAA48}" srcId="{761AB541-811D-694B-9C7F-681F8F0B9D53}" destId="{13B89420-C67A-CE42-9C90-D60EF9FA6F93}" srcOrd="4" destOrd="0" parTransId="{390B98F8-E631-7D4B-843C-37F9A43D13C2}" sibTransId="{DD24FB60-C5FA-BC4C-BE02-083178443A4F}"/>
    <dgm:cxn modelId="{01F00DFD-376E-8F40-95FB-796239238AE7}" type="presOf" srcId="{DB567D85-4E21-F14A-8CA6-262C4CB2A345}" destId="{630D9BE6-7745-D547-8B03-4B15E6BEF1E9}" srcOrd="0" destOrd="2" presId="urn:microsoft.com/office/officeart/2005/8/layout/matrix1"/>
    <dgm:cxn modelId="{402C4A02-ED32-0A4B-B94D-A46EF55974C6}" type="presParOf" srcId="{F3DD0595-0239-5E42-9BC3-4E803501FA7D}" destId="{11CD07E4-22A8-6C40-BDDC-2DF823EF81D7}" srcOrd="0" destOrd="0" presId="urn:microsoft.com/office/officeart/2005/8/layout/matrix1"/>
    <dgm:cxn modelId="{AB22329F-78F9-F24E-9833-AADAED003CB5}" type="presParOf" srcId="{11CD07E4-22A8-6C40-BDDC-2DF823EF81D7}" destId="{630D9BE6-7745-D547-8B03-4B15E6BEF1E9}" srcOrd="0" destOrd="0" presId="urn:microsoft.com/office/officeart/2005/8/layout/matrix1"/>
    <dgm:cxn modelId="{EC9F64D4-3C98-1049-8674-F44B712F3906}" type="presParOf" srcId="{11CD07E4-22A8-6C40-BDDC-2DF823EF81D7}" destId="{D3EAFEAD-C65F-3F4C-A864-3EB03528CC90}" srcOrd="1" destOrd="0" presId="urn:microsoft.com/office/officeart/2005/8/layout/matrix1"/>
    <dgm:cxn modelId="{90F9E27D-6B86-3C4D-B969-3B499731D8F3}" type="presParOf" srcId="{11CD07E4-22A8-6C40-BDDC-2DF823EF81D7}" destId="{6556F13A-728F-6143-B508-1010D8433008}" srcOrd="2" destOrd="0" presId="urn:microsoft.com/office/officeart/2005/8/layout/matrix1"/>
    <dgm:cxn modelId="{353AE427-6843-4647-A93F-2B6FAD7A0F1D}" type="presParOf" srcId="{11CD07E4-22A8-6C40-BDDC-2DF823EF81D7}" destId="{423CB7CD-6CE7-1B42-B66B-B77AD4453DE2}" srcOrd="3" destOrd="0" presId="urn:microsoft.com/office/officeart/2005/8/layout/matrix1"/>
    <dgm:cxn modelId="{EF42DA14-ABF7-A04C-83BF-188E2DB0DE70}" type="presParOf" srcId="{11CD07E4-22A8-6C40-BDDC-2DF823EF81D7}" destId="{0A5659DE-BFA6-E14E-AFB9-BC7E3784F888}" srcOrd="4" destOrd="0" presId="urn:microsoft.com/office/officeart/2005/8/layout/matrix1"/>
    <dgm:cxn modelId="{95CF5CE3-FB16-EA49-8DEA-C230BF6A44CD}" type="presParOf" srcId="{11CD07E4-22A8-6C40-BDDC-2DF823EF81D7}" destId="{F1C8F9CA-E862-9540-BDBD-5A73EEFAD799}" srcOrd="5" destOrd="0" presId="urn:microsoft.com/office/officeart/2005/8/layout/matrix1"/>
    <dgm:cxn modelId="{B7BDD485-8D65-8F45-9EEF-80FC1E15B3D0}" type="presParOf" srcId="{11CD07E4-22A8-6C40-BDDC-2DF823EF81D7}" destId="{04203E4D-0A3E-E742-85B6-CAF02F46DC4D}" srcOrd="6" destOrd="0" presId="urn:microsoft.com/office/officeart/2005/8/layout/matrix1"/>
    <dgm:cxn modelId="{B7B43926-E230-5347-8F35-2BAF39F76FFA}" type="presParOf" srcId="{11CD07E4-22A8-6C40-BDDC-2DF823EF81D7}" destId="{7990050E-768A-5342-85C9-B3B67BC76E46}" srcOrd="7" destOrd="0" presId="urn:microsoft.com/office/officeart/2005/8/layout/matrix1"/>
    <dgm:cxn modelId="{A1691304-9CD8-5A4B-96FC-B0BE122CA6EA}" type="presParOf" srcId="{F3DD0595-0239-5E42-9BC3-4E803501FA7D}" destId="{A3973F6B-3777-C94D-BCA8-1D220273EF28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0D9BE6-7745-D547-8B03-4B15E6BEF1E9}">
      <dsp:nvSpPr>
        <dsp:cNvPr id="0" name=""/>
        <dsp:cNvSpPr/>
      </dsp:nvSpPr>
      <dsp:spPr>
        <a:xfrm rot="16200000">
          <a:off x="263924" y="-263924"/>
          <a:ext cx="2517247" cy="3045095"/>
        </a:xfrm>
        <a:prstGeom prst="round1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t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100" b="1" kern="1200" dirty="0">
              <a:latin typeface="Arial" panose="020B0604020202020204" pitchFamily="34" charset="0"/>
              <a:ea typeface="微軟正黑體" pitchFamily="34" charset="-120"/>
              <a:cs typeface="Arial" panose="020B0604020202020204" pitchFamily="34" charset="0"/>
            </a:rPr>
            <a:t>First Generation</a:t>
          </a:r>
          <a:endParaRPr lang="zh-TW" altLang="en-US" sz="2100" b="1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TW" sz="1600" kern="1200" dirty="0">
              <a:latin typeface="Arial" panose="020B0604020202020204" pitchFamily="34" charset="0"/>
              <a:ea typeface="微軟正黑體" pitchFamily="34" charset="-120"/>
              <a:cs typeface="Arial" panose="020B0604020202020204" pitchFamily="34" charset="0"/>
            </a:rPr>
            <a:t>1946~1959</a:t>
          </a:r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TW" sz="1600" kern="1200" dirty="0">
              <a:latin typeface="Arial" panose="020B0604020202020204" pitchFamily="34" charset="0"/>
              <a:ea typeface="微軟正黑體" pitchFamily="34" charset="-120"/>
              <a:cs typeface="Arial" panose="020B0604020202020204" pitchFamily="34" charset="0"/>
            </a:rPr>
            <a:t>Vacuum tube </a:t>
          </a:r>
          <a:r>
            <a:rPr lang="zh-TW" altLang="en-US" sz="1600" kern="1200" dirty="0">
              <a:latin typeface="Arial" panose="020B0604020202020204" pitchFamily="34" charset="0"/>
              <a:ea typeface="微軟正黑體" pitchFamily="34" charset="-120"/>
              <a:cs typeface="Arial" panose="020B0604020202020204" pitchFamily="34" charset="0"/>
            </a:rPr>
            <a:t>真空管</a:t>
          </a:r>
          <a:endParaRPr lang="en-US" altLang="zh-TW" sz="1600" kern="1200" dirty="0">
            <a:latin typeface="Arial" panose="020B0604020202020204" pitchFamily="34" charset="0"/>
            <a:ea typeface="微軟正黑體" pitchFamily="34" charset="-120"/>
            <a:cs typeface="Arial" panose="020B0604020202020204" pitchFamily="34" charset="0"/>
          </a:endParaRPr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TW" sz="1600" kern="1200" dirty="0">
              <a:latin typeface="Arial" panose="020B0604020202020204" pitchFamily="34" charset="0"/>
              <a:ea typeface="微軟正黑體" pitchFamily="34" charset="-120"/>
              <a:cs typeface="Arial" panose="020B0604020202020204" pitchFamily="34" charset="0"/>
            </a:rPr>
            <a:t>ENIAC</a:t>
          </a:r>
          <a:endParaRPr lang="zh-TW" altLang="en-US" sz="1600" kern="1200" dirty="0">
            <a:latin typeface="Arial" panose="020B0604020202020204" pitchFamily="34" charset="0"/>
            <a:ea typeface="微軟正黑體" pitchFamily="34" charset="-120"/>
            <a:cs typeface="Arial" panose="020B0604020202020204" pitchFamily="34" charset="0"/>
          </a:endParaRPr>
        </a:p>
      </dsp:txBody>
      <dsp:txXfrm rot="5400000">
        <a:off x="-1" y="1"/>
        <a:ext cx="3045095" cy="1887935"/>
      </dsp:txXfrm>
    </dsp:sp>
    <dsp:sp modelId="{6556F13A-728F-6143-B508-1010D8433008}">
      <dsp:nvSpPr>
        <dsp:cNvPr id="0" name=""/>
        <dsp:cNvSpPr/>
      </dsp:nvSpPr>
      <dsp:spPr>
        <a:xfrm>
          <a:off x="3045095" y="0"/>
          <a:ext cx="3045095" cy="2517247"/>
        </a:xfrm>
        <a:prstGeom prst="round1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t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100" b="1" kern="1200" dirty="0">
              <a:latin typeface="Arial" panose="020B0604020202020204" pitchFamily="34" charset="0"/>
              <a:cs typeface="Arial" panose="020B0604020202020204" pitchFamily="34" charset="0"/>
            </a:rPr>
            <a:t>Second Generation</a:t>
          </a:r>
          <a:endParaRPr lang="zh-TW" altLang="en-US" sz="2100" b="1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TW" sz="1600" kern="1200" dirty="0">
              <a:latin typeface="Arial" panose="020B0604020202020204" pitchFamily="34" charset="0"/>
              <a:ea typeface="微軟正黑體" pitchFamily="34" charset="-120"/>
              <a:cs typeface="Arial" panose="020B0604020202020204" pitchFamily="34" charset="0"/>
            </a:rPr>
            <a:t>1959~1964</a:t>
          </a:r>
          <a:endParaRPr lang="zh-TW" altLang="en-US" sz="1600" kern="1200" dirty="0"/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TW" sz="1600" kern="1200" dirty="0">
              <a:latin typeface="Arial" panose="020B0604020202020204" pitchFamily="34" charset="0"/>
              <a:ea typeface="微軟正黑體" pitchFamily="34" charset="-120"/>
              <a:cs typeface="Arial" panose="020B0604020202020204" pitchFamily="34" charset="0"/>
            </a:rPr>
            <a:t>Transistor </a:t>
          </a:r>
          <a:r>
            <a:rPr lang="zh-TW" altLang="en-US" sz="1600" kern="1200" dirty="0">
              <a:latin typeface="Arial" panose="020B0604020202020204" pitchFamily="34" charset="0"/>
              <a:ea typeface="微軟正黑體" pitchFamily="34" charset="-120"/>
              <a:cs typeface="Arial" panose="020B0604020202020204" pitchFamily="34" charset="0"/>
            </a:rPr>
            <a:t>電晶體</a:t>
          </a:r>
          <a:r>
            <a:rPr lang="en-US" altLang="zh-TW" sz="1600" kern="1200" dirty="0">
              <a:latin typeface="Arial" panose="020B0604020202020204" pitchFamily="34" charset="0"/>
              <a:ea typeface="微軟正黑體" pitchFamily="34" charset="-120"/>
              <a:cs typeface="Arial" panose="020B0604020202020204" pitchFamily="34" charset="0"/>
            </a:rPr>
            <a:t>
Honeywell 400</a:t>
          </a:r>
          <a:endParaRPr lang="zh-TW" altLang="en-US" sz="1600" kern="1200" dirty="0"/>
        </a:p>
      </dsp:txBody>
      <dsp:txXfrm>
        <a:off x="3045095" y="0"/>
        <a:ext cx="3045095" cy="1887935"/>
      </dsp:txXfrm>
    </dsp:sp>
    <dsp:sp modelId="{0A5659DE-BFA6-E14E-AFB9-BC7E3784F888}">
      <dsp:nvSpPr>
        <dsp:cNvPr id="0" name=""/>
        <dsp:cNvSpPr/>
      </dsp:nvSpPr>
      <dsp:spPr>
        <a:xfrm rot="10800000">
          <a:off x="0" y="2517247"/>
          <a:ext cx="3045095" cy="2517247"/>
        </a:xfrm>
        <a:prstGeom prst="round1Rect">
          <a:avLst/>
        </a:prstGeom>
        <a:solidFill>
          <a:schemeClr val="accent2">
            <a:hueOff val="4295742"/>
            <a:satOff val="-12329"/>
            <a:lumOff val="-1973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t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100" b="1" kern="1200" dirty="0">
              <a:latin typeface="Arial" panose="020B0604020202020204" pitchFamily="34" charset="0"/>
              <a:cs typeface="Arial" panose="020B0604020202020204" pitchFamily="34" charset="0"/>
            </a:rPr>
            <a:t>Third Generation</a:t>
          </a:r>
          <a:endParaRPr lang="zh-TW" altLang="en-US" sz="2100" b="1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TW" sz="1600" b="0" kern="1200" dirty="0">
              <a:latin typeface="Arial" panose="020B0604020202020204" pitchFamily="34" charset="0"/>
              <a:ea typeface="微軟正黑體" pitchFamily="34" charset="-120"/>
              <a:cs typeface="Arial" panose="020B0604020202020204" pitchFamily="34" charset="0"/>
            </a:rPr>
            <a:t>1964~1970
Integrated circuits  </a:t>
          </a:r>
          <a:r>
            <a:rPr lang="zh-TW" altLang="zh-TW" sz="1600" b="0" kern="1200" dirty="0">
              <a:latin typeface="Arial" panose="020B0604020202020204" pitchFamily="34" charset="0"/>
              <a:ea typeface="微軟正黑體" pitchFamily="34" charset="-120"/>
              <a:cs typeface="Arial" panose="020B0604020202020204" pitchFamily="34" charset="0"/>
            </a:rPr>
            <a:t>積體電路</a:t>
          </a:r>
          <a:r>
            <a:rPr lang="en-US" altLang="zh-TW" sz="1600" b="0" kern="1200" dirty="0">
              <a:latin typeface="Arial" panose="020B0604020202020204" pitchFamily="34" charset="0"/>
              <a:ea typeface="微軟正黑體" pitchFamily="34" charset="-120"/>
              <a:cs typeface="Arial" panose="020B0604020202020204" pitchFamily="34" charset="0"/>
            </a:rPr>
            <a:t>
IBM 360</a:t>
          </a:r>
          <a:endParaRPr lang="zh-TW" altLang="en-US" sz="1600" b="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10800000">
        <a:off x="0" y="3146558"/>
        <a:ext cx="3045095" cy="1887935"/>
      </dsp:txXfrm>
    </dsp:sp>
    <dsp:sp modelId="{04203E4D-0A3E-E742-85B6-CAF02F46DC4D}">
      <dsp:nvSpPr>
        <dsp:cNvPr id="0" name=""/>
        <dsp:cNvSpPr/>
      </dsp:nvSpPr>
      <dsp:spPr>
        <a:xfrm rot="5400000">
          <a:off x="3309019" y="2253323"/>
          <a:ext cx="2517247" cy="3045095"/>
        </a:xfrm>
        <a:prstGeom prst="round1Rect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t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100" b="1" kern="1200" dirty="0">
              <a:latin typeface="Arial" panose="020B0604020202020204" pitchFamily="34" charset="0"/>
              <a:cs typeface="Arial" panose="020B0604020202020204" pitchFamily="34" charset="0"/>
            </a:rPr>
            <a:t>Fourth Generation</a:t>
          </a:r>
          <a:endParaRPr lang="zh-TW" altLang="en-US" sz="2100" b="1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TW" sz="1600" b="0" kern="1200" dirty="0">
              <a:latin typeface="Arial" panose="020B0604020202020204" pitchFamily="34" charset="0"/>
              <a:cs typeface="Arial" panose="020B0604020202020204" pitchFamily="34" charset="0"/>
            </a:rPr>
            <a:t>1971~Present
VLSI </a:t>
          </a:r>
          <a:r>
            <a:rPr lang="zh-TW" altLang="en-US" sz="1600" b="0" kern="1200" dirty="0">
              <a:latin typeface="Arial" panose="020B0604020202020204" pitchFamily="34" charset="0"/>
              <a:cs typeface="Arial" panose="020B0604020202020204" pitchFamily="34" charset="0"/>
            </a:rPr>
            <a:t>超大型積體電路</a:t>
          </a:r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TW" sz="1600" b="0" kern="1200" dirty="0">
              <a:latin typeface="Arial" panose="020B0604020202020204" pitchFamily="34" charset="0"/>
              <a:cs typeface="Arial" panose="020B0604020202020204" pitchFamily="34" charset="0"/>
            </a:rPr>
            <a:t>Intel 4004 micro processor</a:t>
          </a:r>
          <a:endParaRPr lang="zh-TW" altLang="en-US" sz="1600" b="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3045094" y="3146558"/>
        <a:ext cx="3045095" cy="1887935"/>
      </dsp:txXfrm>
    </dsp:sp>
    <dsp:sp modelId="{A3973F6B-3777-C94D-BCA8-1D220273EF28}">
      <dsp:nvSpPr>
        <dsp:cNvPr id="0" name=""/>
        <dsp:cNvSpPr/>
      </dsp:nvSpPr>
      <dsp:spPr>
        <a:xfrm>
          <a:off x="2131566" y="1887935"/>
          <a:ext cx="1827057" cy="1258623"/>
        </a:xfrm>
        <a:prstGeom prst="roundRect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400" b="1" kern="1200" dirty="0">
              <a:latin typeface="Arial" panose="020B0604020202020204" pitchFamily="34" charset="0"/>
              <a:cs typeface="Arial" panose="020B0604020202020204" pitchFamily="34" charset="0"/>
            </a:rPr>
            <a:t>Computer</a:t>
          </a:r>
          <a:endParaRPr lang="zh-TW" altLang="en-US" sz="24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193007" y="1949376"/>
        <a:ext cx="1704175" cy="11357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691EB7-A85A-398F-3A6C-3E50247C74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79E71DF-3268-E4BC-6F60-C902C24253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F9AA704-5D51-0674-939C-FF87FA33A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1573B-B494-6C4D-AF8E-F301BB7856E1}" type="datetimeFigureOut">
              <a:rPr kumimoji="1" lang="zh-TW" altLang="en-US" smtClean="0"/>
              <a:t>2026/7/2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1948C32-49C1-EBF5-9876-D627112B3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F5163A5-3200-25D8-6912-523160578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1282F-E94E-634F-A3B8-4A9BBB9B9EE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85008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EA6D3E-C939-F68F-30EF-9273E0949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F12F804-4E9F-C866-1B94-20B4261AB0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07FDFD2-0155-2D5E-945C-8C43AA346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1573B-B494-6C4D-AF8E-F301BB7856E1}" type="datetimeFigureOut">
              <a:rPr kumimoji="1" lang="zh-TW" altLang="en-US" smtClean="0"/>
              <a:t>2026/7/2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8BB6E1B-2AF3-5648-09EB-F4F7D3C6E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D43F904-C04A-EBEE-4AE0-0B68B2F8D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1282F-E94E-634F-A3B8-4A9BBB9B9EE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22244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572172-E443-8A1D-EE3F-99D945B66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E6EEBF5-E402-8DF3-A86B-455423070E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CD54AA5-B4EE-0782-5716-1FCAFCC56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1573B-B494-6C4D-AF8E-F301BB7856E1}" type="datetimeFigureOut">
              <a:rPr kumimoji="1" lang="zh-TW" altLang="en-US" smtClean="0"/>
              <a:t>2026/7/2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D905DF8-F72B-71A6-6E5D-46E1A1EDA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C027B23-ECCC-A8FA-50BE-56CD42D47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1282F-E94E-634F-A3B8-4A9BBB9B9EE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90484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76AABE-AF0B-36B7-4C1E-0036FF85F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013789D-CDDF-EE95-CC7F-5D0530AA8F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EA69886-B6BA-610C-C875-3178E30C6C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DDA3165-909C-2CA7-78BD-85D4A357F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1573B-B494-6C4D-AF8E-F301BB7856E1}" type="datetimeFigureOut">
              <a:rPr kumimoji="1" lang="zh-TW" altLang="en-US" smtClean="0"/>
              <a:t>2026/7/2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BF46FA4-486A-9175-CD12-775FDC291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37613C3-8E65-0B05-FAC3-1112E76D6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1282F-E94E-634F-A3B8-4A9BBB9B9EE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16125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44C7A3-13E4-1F4C-AF41-B46BA5C86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0C779B1-7F7B-71E0-D4FD-4A02AEB34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D4D9AB7-C566-E6C8-38B2-F398FFF08F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75DD8AA-9D05-0565-3D80-EAEF331594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419D4B6D-0C11-8B7A-98BD-C5B9DECED2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CBF04E7-B268-26B2-DD3C-0A8198A98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1573B-B494-6C4D-AF8E-F301BB7856E1}" type="datetimeFigureOut">
              <a:rPr kumimoji="1" lang="zh-TW" altLang="en-US" smtClean="0"/>
              <a:t>2026/7/2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4CB0AAF3-4FA1-E43F-7E1E-CEC996A82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3994349-F24E-91A1-BE9E-596B063DD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1282F-E94E-634F-A3B8-4A9BBB9B9EE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97071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067D9F-4BDB-5282-7F2F-3D58EBDBB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196145E-6205-CE08-2693-BFB7613C3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1573B-B494-6C4D-AF8E-F301BB7856E1}" type="datetimeFigureOut">
              <a:rPr kumimoji="1" lang="zh-TW" altLang="en-US" smtClean="0"/>
              <a:t>2026/7/2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D8E2636-ABB8-3448-9369-6F89C8B43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D03DA45-EC73-4266-6E0A-D0FEC8564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1282F-E94E-634F-A3B8-4A9BBB9B9EE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88157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E63B738-1A82-6DF6-9782-109B7DB28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1573B-B494-6C4D-AF8E-F301BB7856E1}" type="datetimeFigureOut">
              <a:rPr kumimoji="1" lang="zh-TW" altLang="en-US" smtClean="0"/>
              <a:t>2026/7/2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55C3648-48B3-F956-BA8E-397FFF4D2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457524F-89F2-424F-FCF3-138EE76A3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1282F-E94E-634F-A3B8-4A9BBB9B9EE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91631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CE13AA-517F-8791-42A0-896645D12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C19B49C-738D-FCDF-B187-CE0E3BE0E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C9C5316-8793-5FD7-7B10-781437A848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DF9699D-FE02-93F3-85E6-E83F5E074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1573B-B494-6C4D-AF8E-F301BB7856E1}" type="datetimeFigureOut">
              <a:rPr kumimoji="1" lang="zh-TW" altLang="en-US" smtClean="0"/>
              <a:t>2026/7/2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8B9D80A-388E-9D9F-88E4-8E97CD344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4EEE884-D55A-E2D7-8A5E-8E6BB4AAD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1282F-E94E-634F-A3B8-4A9BBB9B9EE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25506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C79071-E5F2-63E0-F10A-50569A01E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3D349945-B4CC-ADCF-3619-88CBCB4121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4958514-13B1-7C96-86B2-EB334738A6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DD262AB-5755-191D-C0D1-73991C11C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1573B-B494-6C4D-AF8E-F301BB7856E1}" type="datetimeFigureOut">
              <a:rPr kumimoji="1" lang="zh-TW" altLang="en-US" smtClean="0"/>
              <a:t>2026/7/2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F8308CD-827C-E7A1-BE7C-8B7AA91D5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1A8AFD2-3795-4600-5E2F-4AEA8E10A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1282F-E94E-634F-A3B8-4A9BBB9B9EE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438971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76FBBC-0B02-63DA-FCC6-28A95C6B2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7C41B71-80AD-DC77-CA93-9F2287CD23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DF3F1F9-185C-6C2E-747F-AF1AA572B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1573B-B494-6C4D-AF8E-F301BB7856E1}" type="datetimeFigureOut">
              <a:rPr kumimoji="1" lang="zh-TW" altLang="en-US" smtClean="0"/>
              <a:t>2026/7/2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68A4E5E-649C-3D7C-D33A-03CB1E2F9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DE17008-FEDA-8D37-C766-4835ED3E1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1282F-E94E-634F-A3B8-4A9BBB9B9EE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74365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5CF55F36-BDC4-2871-C937-33A800EF7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94D1DD0-D78D-B8E0-557D-25E47D3454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C0C5AD2-8330-B0A1-CC86-B672C81D0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1573B-B494-6C4D-AF8E-F301BB7856E1}" type="datetimeFigureOut">
              <a:rPr kumimoji="1" lang="zh-TW" altLang="en-US" smtClean="0"/>
              <a:t>2026/7/2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EAAE0E7-3AE5-7709-32FE-3EC38CDB3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4AC89BE-A88B-9F23-EDE0-B701CFA3F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1282F-E94E-634F-A3B8-4A9BBB9B9EE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27504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772174F-D54E-5BFA-2671-2ED109D09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01F0DFD-11FF-0F80-6B91-A9992D822A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4AC2D4A-D8E6-438F-66C5-DEA876C62F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31573B-B494-6C4D-AF8E-F301BB7856E1}" type="datetimeFigureOut">
              <a:rPr kumimoji="1" lang="zh-TW" altLang="en-US" smtClean="0"/>
              <a:t>2026/7/2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5BA92C2-70D9-6F13-436C-FB0EDA2CD3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6F2FF11-8559-5B12-B941-9FDB83D106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91282F-E94E-634F-A3B8-4A9BBB9B9EE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35388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4.jpg"/><Relationship Id="rId7" Type="http://schemas.openxmlformats.org/officeDocument/2006/relationships/diagramLayout" Target="../diagrams/layout1.xm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6" Type="http://schemas.openxmlformats.org/officeDocument/2006/relationships/diagramData" Target="../diagrams/data1.xml"/><Relationship Id="rId5" Type="http://schemas.openxmlformats.org/officeDocument/2006/relationships/image" Target="../media/image6.jpg"/><Relationship Id="rId10" Type="http://schemas.microsoft.com/office/2007/relationships/diagramDrawing" Target="../diagrams/drawing1.xml"/><Relationship Id="rId4" Type="http://schemas.openxmlformats.org/officeDocument/2006/relationships/image" Target="../media/image5.jpg"/><Relationship Id="rId9" Type="http://schemas.openxmlformats.org/officeDocument/2006/relationships/diagramColors" Target="../diagrams/colors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24C116A-4C65-5F3C-B41D-606FB33F37FD}"/>
              </a:ext>
            </a:extLst>
          </p:cNvPr>
          <p:cNvSpPr/>
          <p:nvPr/>
        </p:nvSpPr>
        <p:spPr>
          <a:xfrm>
            <a:off x="627063" y="906565"/>
            <a:ext cx="3887787" cy="1861130"/>
          </a:xfrm>
          <a:prstGeom prst="rect">
            <a:avLst/>
          </a:prstGeom>
          <a:solidFill>
            <a:srgbClr val="2B2E3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latin typeface="Arial" panose="020B0604020202020204" pitchFamily="34" charset="0"/>
              <a:ea typeface="造字工房悦黑体验版常规体" pitchFamily="50" charset="-122"/>
              <a:cs typeface="Arial" panose="020B0604020202020204" pitchFamily="3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826F2B-FB73-D1D2-0BDB-81DD6FACCB55}"/>
              </a:ext>
            </a:extLst>
          </p:cNvPr>
          <p:cNvSpPr/>
          <p:nvPr/>
        </p:nvSpPr>
        <p:spPr>
          <a:xfrm>
            <a:off x="4578350" y="906565"/>
            <a:ext cx="3889375" cy="1861130"/>
          </a:xfrm>
          <a:prstGeom prst="rect">
            <a:avLst/>
          </a:prstGeom>
          <a:solidFill>
            <a:srgbClr val="21A3D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latin typeface="Arial" panose="020B0604020202020204" pitchFamily="34" charset="0"/>
              <a:ea typeface="造字工房悦黑体验版常规体" pitchFamily="50" charset="-122"/>
              <a:cs typeface="Arial" panose="020B060402020202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7A32B2E-80A5-2A08-989C-E20C9F74D87B}"/>
              </a:ext>
            </a:extLst>
          </p:cNvPr>
          <p:cNvSpPr/>
          <p:nvPr/>
        </p:nvSpPr>
        <p:spPr>
          <a:xfrm>
            <a:off x="931683" y="4435566"/>
            <a:ext cx="3887787" cy="1861130"/>
          </a:xfrm>
          <a:prstGeom prst="rect">
            <a:avLst/>
          </a:prstGeom>
          <a:solidFill>
            <a:srgbClr val="21A3D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latin typeface="Arial" panose="020B0604020202020204" pitchFamily="34" charset="0"/>
              <a:ea typeface="造字工房悦黑体验版常规体" pitchFamily="50" charset="-122"/>
              <a:cs typeface="Arial" panose="020B0604020202020204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01E5108-390C-F290-7E66-65A02B9F602C}"/>
              </a:ext>
            </a:extLst>
          </p:cNvPr>
          <p:cNvSpPr/>
          <p:nvPr/>
        </p:nvSpPr>
        <p:spPr>
          <a:xfrm>
            <a:off x="4882970" y="4435566"/>
            <a:ext cx="3889375" cy="1861130"/>
          </a:xfrm>
          <a:prstGeom prst="rect">
            <a:avLst/>
          </a:prstGeom>
          <a:solidFill>
            <a:srgbClr val="2B2E3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latin typeface="Arial" panose="020B0604020202020204" pitchFamily="34" charset="0"/>
              <a:ea typeface="造字工房悦黑体验版常规体" pitchFamily="50" charset="-122"/>
              <a:cs typeface="Arial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55E1DD4-2AAC-D9D1-B83E-27B5C944642D}"/>
              </a:ext>
            </a:extLst>
          </p:cNvPr>
          <p:cNvSpPr/>
          <p:nvPr/>
        </p:nvSpPr>
        <p:spPr>
          <a:xfrm>
            <a:off x="1683569" y="1112811"/>
            <a:ext cx="2688153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dirty="0">
                <a:solidFill>
                  <a:schemeClr val="bg1"/>
                </a:solidFill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</a:rPr>
              <a:t>1st generation</a:t>
            </a:r>
          </a:p>
          <a:p>
            <a:r>
              <a:rPr lang="en-US" altLang="zh-TW" sz="2000" dirty="0">
                <a:solidFill>
                  <a:schemeClr val="bg1"/>
                </a:solidFill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</a:rPr>
              <a:t>1946~1959</a:t>
            </a:r>
          </a:p>
          <a:p>
            <a:r>
              <a:rPr lang="en-US" altLang="zh-TW" sz="2000" dirty="0">
                <a:solidFill>
                  <a:schemeClr val="bg1"/>
                </a:solidFill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</a:rPr>
              <a:t>vacuum tube </a:t>
            </a:r>
            <a:r>
              <a:rPr lang="zh-TW" altLang="en-US" sz="2000" dirty="0">
                <a:solidFill>
                  <a:schemeClr val="bg1"/>
                </a:solidFill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</a:rPr>
              <a:t>真空管</a:t>
            </a:r>
            <a:endParaRPr lang="en-US" altLang="zh-TW" sz="2000" dirty="0">
              <a:solidFill>
                <a:schemeClr val="bg1"/>
              </a:solidFill>
              <a:latin typeface="Arial" panose="020B0604020202020204" pitchFamily="34" charset="0"/>
              <a:ea typeface="微軟正黑體" pitchFamily="34" charset="-120"/>
              <a:cs typeface="Arial" panose="020B0604020202020204" pitchFamily="34" charset="0"/>
            </a:endParaRPr>
          </a:p>
          <a:p>
            <a:r>
              <a:rPr lang="en-US" altLang="zh-TW" sz="2000" dirty="0">
                <a:solidFill>
                  <a:schemeClr val="bg1"/>
                </a:solidFill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</a:rPr>
              <a:t>ENIAC</a:t>
            </a:r>
            <a:endParaRPr lang="zh-TW" altLang="en-US" sz="2000" dirty="0">
              <a:solidFill>
                <a:schemeClr val="bg1"/>
              </a:solidFill>
              <a:latin typeface="Arial" panose="020B0604020202020204" pitchFamily="34" charset="0"/>
              <a:ea typeface="微軟正黑體" pitchFamily="34" charset="-120"/>
              <a:cs typeface="Arial" panose="020B0604020202020204" pitchFamily="34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D3EC5E8-38B8-AEEA-F6C2-03DAEF7C18D4}"/>
              </a:ext>
            </a:extLst>
          </p:cNvPr>
          <p:cNvSpPr/>
          <p:nvPr/>
        </p:nvSpPr>
        <p:spPr>
          <a:xfrm>
            <a:off x="4882970" y="1086585"/>
            <a:ext cx="328943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dirty="0">
                <a:solidFill>
                  <a:schemeClr val="bg1"/>
                </a:solidFill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</a:rPr>
              <a:t>Second-generation computers
Transistor period
(1959~1963)</a:t>
            </a:r>
            <a:endParaRPr lang="zh-TW" altLang="en-US" sz="2000" dirty="0">
              <a:solidFill>
                <a:schemeClr val="bg1"/>
              </a:solidFill>
              <a:latin typeface="Arial" panose="020B0604020202020204" pitchFamily="34" charset="0"/>
              <a:ea typeface="微軟正黑體" pitchFamily="34" charset="-120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0C910FD-082D-CDF9-8CFE-47E7694C50F3}"/>
              </a:ext>
            </a:extLst>
          </p:cNvPr>
          <p:cNvSpPr/>
          <p:nvPr/>
        </p:nvSpPr>
        <p:spPr>
          <a:xfrm>
            <a:off x="2054004" y="4550522"/>
            <a:ext cx="2828966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dirty="0">
                <a:solidFill>
                  <a:schemeClr val="bg1"/>
                </a:solidFill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</a:rPr>
              <a:t>3rd generation computers
The period of integrated circuits
(1964~1970)</a:t>
            </a:r>
            <a:endParaRPr lang="zh-TW" altLang="en-US" sz="2000" dirty="0">
              <a:solidFill>
                <a:schemeClr val="bg1"/>
              </a:solidFill>
              <a:latin typeface="Arial" panose="020B0604020202020204" pitchFamily="34" charset="0"/>
              <a:ea typeface="微軟正黑體" pitchFamily="34" charset="-120"/>
              <a:cs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A726C78-B169-2CA8-0F60-0B1CFA884F99}"/>
              </a:ext>
            </a:extLst>
          </p:cNvPr>
          <p:cNvSpPr/>
          <p:nvPr/>
        </p:nvSpPr>
        <p:spPr>
          <a:xfrm>
            <a:off x="5112957" y="4532723"/>
            <a:ext cx="365938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dirty="0">
                <a:solidFill>
                  <a:schemeClr val="bg1"/>
                </a:solidFill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</a:rPr>
              <a:t>Fourth-generation computers
Extra-large stacks
Circuit period
(1971~Present)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9FE64EEB-39FF-5651-AD6A-97647E3D4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89505" y="4654101"/>
            <a:ext cx="1395155" cy="120048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13" name="Picture 3">
            <a:extLst>
              <a:ext uri="{FF2B5EF4-FFF2-40B4-BE49-F238E27FC236}">
                <a16:creationId xmlns:a16="http://schemas.microsoft.com/office/drawing/2014/main" id="{93B3B8D4-253F-960A-9E0C-A09D3F0268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0190" y="1112811"/>
            <a:ext cx="913379" cy="1323439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19639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28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圖片 3" descr="r/EngineeringPorn - 1954 年 IBM 700 系列大型主機電腦的 8 支真空管邏輯模組">
            <a:extLst>
              <a:ext uri="{FF2B5EF4-FFF2-40B4-BE49-F238E27FC236}">
                <a16:creationId xmlns:a16="http://schemas.microsoft.com/office/drawing/2014/main" id="{BACB8742-E4E9-A3EB-0269-EEB9853FF0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73" r="-3" b="-3"/>
          <a:stretch>
            <a:fillRect/>
          </a:stretch>
        </p:blipFill>
        <p:spPr>
          <a:xfrm>
            <a:off x="745541" y="1419951"/>
            <a:ext cx="2133371" cy="1647355"/>
          </a:xfrm>
          <a:prstGeom prst="rect">
            <a:avLst/>
          </a:prstGeom>
        </p:spPr>
      </p:pic>
      <p:pic>
        <p:nvPicPr>
          <p:cNvPr id="8" name="圖片 7" descr="Intel 4004 - The World's First Microprocessor">
            <a:extLst>
              <a:ext uri="{FF2B5EF4-FFF2-40B4-BE49-F238E27FC236}">
                <a16:creationId xmlns:a16="http://schemas.microsoft.com/office/drawing/2014/main" id="{E0128DAF-F9FC-6FE3-3925-3ECDD63AC9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5484" y="3261082"/>
            <a:ext cx="1946522" cy="2440781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C1BBBF70-66C4-7136-5481-B5CDBE9A8C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880" r="12776" b="3"/>
          <a:stretch>
            <a:fillRect/>
          </a:stretch>
        </p:blipFill>
        <p:spPr>
          <a:xfrm>
            <a:off x="3082720" y="1419951"/>
            <a:ext cx="1949286" cy="1652117"/>
          </a:xfrm>
          <a:prstGeom prst="rect">
            <a:avLst/>
          </a:prstGeom>
        </p:spPr>
      </p:pic>
      <p:pic>
        <p:nvPicPr>
          <p:cNvPr id="7" name="圖片 6" descr="IBM System/360 computer module">
            <a:extLst>
              <a:ext uri="{FF2B5EF4-FFF2-40B4-BE49-F238E27FC236}">
                <a16:creationId xmlns:a16="http://schemas.microsoft.com/office/drawing/2014/main" id="{F2F90B00-2A03-B662-4E4B-D66EA441511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447" r="5524"/>
          <a:stretch>
            <a:fillRect/>
          </a:stretch>
        </p:blipFill>
        <p:spPr>
          <a:xfrm>
            <a:off x="750448" y="3261083"/>
            <a:ext cx="2128463" cy="2139476"/>
          </a:xfrm>
          <a:prstGeom prst="rect">
            <a:avLst/>
          </a:prstGeom>
        </p:spPr>
      </p:pic>
      <p:sp>
        <p:nvSpPr>
          <p:cNvPr id="47" name="Rectangle 30">
            <a:extLst>
              <a:ext uri="{FF2B5EF4-FFF2-40B4-BE49-F238E27FC236}">
                <a16:creationId xmlns:a16="http://schemas.microsoft.com/office/drawing/2014/main" id="{F410C0F3-C7FA-4157-BD5D-9A28DFC955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404" y="609601"/>
            <a:ext cx="5083000" cy="5486400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Graphic 212">
            <a:extLst>
              <a:ext uri="{FF2B5EF4-FFF2-40B4-BE49-F238E27FC236}">
                <a16:creationId xmlns:a16="http://schemas.microsoft.com/office/drawing/2014/main" id="{791A7DC9-0CC4-4E7A-A88C-F7F693B36F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6686" y="163878"/>
            <a:ext cx="891445" cy="89144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49" name="Graphic 212">
            <a:extLst>
              <a:ext uri="{FF2B5EF4-FFF2-40B4-BE49-F238E27FC236}">
                <a16:creationId xmlns:a16="http://schemas.microsoft.com/office/drawing/2014/main" id="{4FE41D93-3454-42B2-935D-B099FE4FB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6686" y="163878"/>
            <a:ext cx="891445" cy="89144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50" name="Oval 36">
            <a:extLst>
              <a:ext uri="{FF2B5EF4-FFF2-40B4-BE49-F238E27FC236}">
                <a16:creationId xmlns:a16="http://schemas.microsoft.com/office/drawing/2014/main" id="{59364DEE-7DDD-4F52-A986-54AB0E9087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596" y="5416520"/>
            <a:ext cx="419129" cy="419129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625D5A11-FB09-4CD6-BA92-78E1C430E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596" y="5416520"/>
            <a:ext cx="419129" cy="419129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41" name="Graphic 185">
            <a:extLst>
              <a:ext uri="{FF2B5EF4-FFF2-40B4-BE49-F238E27FC236}">
                <a16:creationId xmlns:a16="http://schemas.microsoft.com/office/drawing/2014/main" id="{071FE7A6-F5D0-47EA-8ADE-9F0CD33C9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861132" y="5895911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0EBED465-9D4E-4937-B39A-5C0F908F8A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B4A0C80-757F-4042-911F-99CFE7685D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51BCB4B5-D164-4D2D-91F1-C0E58D63ED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939A04A-C446-4136-987F-8F347387D7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74E311E5-BC75-456A-8C11-52EFC23325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3" name="資料庫圖表 2">
            <a:extLst>
              <a:ext uri="{FF2B5EF4-FFF2-40B4-BE49-F238E27FC236}">
                <a16:creationId xmlns:a16="http://schemas.microsoft.com/office/drawing/2014/main" id="{018FA6A3-3FB3-8F6F-96BC-7047610095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1778934"/>
              </p:ext>
            </p:extLst>
          </p:nvPr>
        </p:nvGraphicFramePr>
        <p:xfrm>
          <a:off x="5860534" y="861417"/>
          <a:ext cx="6090190" cy="50344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3829655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3329</TotalTime>
  <Words>82</Words>
  <Application>Microsoft Macintosh PowerPoint</Application>
  <PresentationFormat>寬螢幕</PresentationFormat>
  <Paragraphs>20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佈景主題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Jacky Lin</dc:creator>
  <cp:lastModifiedBy>Jacky Lin</cp:lastModifiedBy>
  <cp:revision>3</cp:revision>
  <dcterms:created xsi:type="dcterms:W3CDTF">2026-07-02T06:52:07Z</dcterms:created>
  <dcterms:modified xsi:type="dcterms:W3CDTF">2026-07-04T14:21:53Z</dcterms:modified>
</cp:coreProperties>
</file>